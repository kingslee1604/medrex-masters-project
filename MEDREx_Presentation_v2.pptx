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E3A5F"/>
                </a:solidFill>
              </a:rPr>
              <a:t>MEDREx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</a:rPr>
              <a:t>Medical Evidence &amp; Decision Reasoning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LLM-Based Diagnostic Insight Extraction from Pathology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50292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Student: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375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Kingslee Dominic Savio Velu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67911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Course: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67911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CSC 590 – Master's Project, CSUDH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98264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Mentor: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98264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Dr. Bin Tang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28616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Sponsor: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28616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Cedars-Sinai AI Campus, Project #32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5331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9,523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65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Pathology 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88036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04495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657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Cancer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4572000"/>
            <a:ext cx="27432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73659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6A34A"/>
                </a:solidFill>
              </a:rPr>
              <a:t>96.36%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349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TF-IDF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Why automated classification of pathology reports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2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749808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Pathology reports are unstructured, long-form text — difficult to classify manually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11430000" cy="749808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35 cancer types with overlapping medical terminology — e.g. COAD vs READ both say 'adenocarcinoma'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Patient data cannot be sent to cloud APIs (ChatGPT, etc.) — HIPAA violation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69080"/>
            <a:ext cx="1143000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51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LLMs hallucinate — they give confident but wrong answers with no source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212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Need: explainable, evidence-grounded, locally-run classification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MEDREx solves this by comparing 5 NLP methods scientifically and building a RAG pipeline that is accurate, local, and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— TCGA Pathology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The Cancer Genome Atlas | National Cancer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9,523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Total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188720"/>
            <a:ext cx="35661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1353312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965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Cancer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188720"/>
            <a:ext cx="35661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1353312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965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Avg Words /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3566160" cy="16002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73552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EA580C"/>
                </a:solidFill>
              </a:rPr>
              <a:t>42.7%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862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Reports &gt; 512 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3108960"/>
            <a:ext cx="3566160" cy="16002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3273552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EA580C"/>
                </a:solidFill>
              </a:rPr>
              <a:t>24x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8862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Class Imbalance Ratio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3108960"/>
            <a:ext cx="3566160" cy="1600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3273552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16A34A"/>
                </a:solidFill>
              </a:rPr>
              <a:t>96.36%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8862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Best Accuracy (TF-IDF)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38928"/>
            <a:ext cx="11430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</a:rPr>
              <a:t>Dataset: TCGA_Reports.csv (34MB)   |   Labels: tcga_patient_to_cancer_type.csv   |   Joined on patient_id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</a:rPr>
              <a:t>Largest class: BRCA — 1,034 reports   |   Smallest: CHOL — 43 reports   |   Handled with class_weight='balanced'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FastAPI backend + Streamlit UI + ChromaDB vector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4114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1  Data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347472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9,523 TCGA reports loaded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Sentence-transformer model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all-MiniLM-L6-v2 (384-dim)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Embed &amp; store in ChromaDB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Runs once, saved to disk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188720"/>
            <a:ext cx="3657600" cy="41148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261872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2 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5564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874519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ChromaDB vector search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Cosine similarity query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Top-k similar reports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Returns metadata + text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9,523 reports indexed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188720"/>
            <a:ext cx="3657600" cy="411480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261872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</a:rPr>
              <a:t>3  Generation  (Planned)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755648"/>
            <a:ext cx="3474720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74519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LLM receives query + cases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Generates grounded answer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Source citations included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Runs locally — HIPAA safe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</a:rPr>
              <a:t>• LLaMA / BioMedLM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29718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6" y="29718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32120"/>
            <a:ext cx="11430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5099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Tech Stack:  Python  |  FastAPI  |  Streamlit  |  ChromaDB  |  sentence-transformers  |  scikit-learn  |  LangChain (planned)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</a:rPr>
              <a:t>Why not ChatGPT?  HIPAA prohibits sending patient data to external APIs. Also: academic goal is to scientifically compare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Accuracy is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Train/Test Split -&gt; Predict -&gt;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73736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9,523 reports
with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92024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188720"/>
            <a:ext cx="173736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2984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Split 70/30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7373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Stratified split
70% train, 30%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92024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88720"/>
            <a:ext cx="173736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2984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Train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7373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Model learns from
training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92024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188720"/>
            <a:ext cx="173736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2984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7373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Predict cancer type
for test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192024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188720"/>
            <a:ext cx="173736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2984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7373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Prediction vs
true 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92024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188720"/>
            <a:ext cx="1737360" cy="1920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2984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17373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Correct / Total
= Accuracy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37560"/>
            <a:ext cx="11430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520440"/>
            <a:ext cx="3657600" cy="2011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</a:rPr>
              <a:t>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069080"/>
            <a:ext cx="3383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Correct predictions divided by total predictions.
Our result: 96.36%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3520440"/>
            <a:ext cx="365760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36118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Weighted F1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069080"/>
            <a:ext cx="3383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Balances precision and recall across all 35 classes.
Handles class imbalance fairly.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3520440"/>
            <a:ext cx="3657600" cy="201168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36118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</a:rPr>
              <a:t>Per-Class F1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4069080"/>
            <a:ext cx="3383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F1 score for each individual cancer type.
Shows which types the model struggles with.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</a:rPr>
              <a:t>Stratified split: All 35 cancer types appear in both train and test sets — no class is excluded from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 1 — TF-IDF +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COMPLETED  |  Beats Cedars-Sinai reference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283464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MEDREx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212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i="0">
                <a:solidFill>
                  <a:srgbClr val="16A34A"/>
                </a:solidFill>
              </a:rPr>
              <a:t>96.36%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TF-IDF + Logistic Regression
35 cancer types  |  30% test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394960" cy="28346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Cedars-Sinai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64208"/>
            <a:ext cx="5212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i="0">
                <a:solidFill>
                  <a:srgbClr val="1E3A5F"/>
                </a:solidFill>
              </a:rPr>
              <a:t>95.31%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8892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</a:rPr>
              <a:t>BoW + Logistic Regression
32 cancer types  |  reference 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111556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+1.05% improvement   |   3 more cancer types covered   |   Better TF-IDF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35661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937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max_features=15000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93776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15K vocabulary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088" y="4846320"/>
            <a:ext cx="35661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4937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ngram_range=(1,2)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493776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Unigrams + Bigrams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0416" y="4846320"/>
            <a:ext cx="35661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4937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sublinear_tf=True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493776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Log scaling on term freq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35661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532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class_weight='balanced'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5321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Handles 24x imbalance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33088" y="5440680"/>
            <a:ext cx="35661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5532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C=1.0, max_iter=1000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55321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LR solver: lbfgs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0416" y="5440680"/>
            <a:ext cx="35661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0144" y="5532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Saved to disk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6376" y="55321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joblib — instant reload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ChromaDB Vector Store —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All 9,523 reports embedded and indexed with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7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5486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9,523 / 9,523 reports embedded   |   vector_ready: true   |   Saved to disk at backend/vector_store/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0116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Report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Input pathology
report (raw 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603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1920240"/>
            <a:ext cx="20116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01168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Truncate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423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First 1000 chars
(consistent length)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5603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1920240"/>
            <a:ext cx="20116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01168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423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all-MiniLM-L6-v2
-&gt; 384-dim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25603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4032" y="1920240"/>
            <a:ext cx="20116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01168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423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ChromaDB saves
vector +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5603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63456" y="1920240"/>
            <a:ext cx="20116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201168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423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New text encoded
-&gt; cosine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94760"/>
            <a:ext cx="36576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86200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Why ChromaDB?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15968"/>
            <a:ext cx="347472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Persists to disk — no re-embedding on restart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Runs 100% locally — fully HIPAA compliant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Built-in cosine similarity search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Stores metadata: cancer_type, word_count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3794760"/>
            <a:ext cx="3657600" cy="2560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3886200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What it enables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431596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Method 4: Embedding Similarity (k-NN vote)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Method 5: RAG — retrieve cases for LLM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Semantic search across all 9,523 reports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Similar cases shown in Live Prediction tab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3794760"/>
            <a:ext cx="3657600" cy="256032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0456" y="3886200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</a:rPr>
              <a:t>Embedding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4736" y="4315968"/>
            <a:ext cx="3474720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Model: all-MiniLM-L6-v2 (HuggingFace)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Size: ~80MB, runs on CPU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Output: 384-dimensional float vector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E293B"/>
                </a:solidFill>
              </a:rPr>
              <a:t>• Medical alt: BioBERT (available if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Per-Class F1 — TF-IDF + LR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Which cancer types are hardest to classify,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Hardest to Predict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486400" cy="8046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UCS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47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0.80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47088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Uterine Carcinosarcoma — Language overlaps with UCEC — both uterine cancers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5486400" cy="8046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529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0.84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852928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Rectum Adenocarcinoma — Nearly identical reports to COAD (Colon)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486400" cy="804672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</a:rPr>
              <a:t>LUSC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58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</a:rPr>
              <a:t>0.91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858768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Lung Squamous Cell Carcinoma — Overlaps with LUAD — both lung, different cell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09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Perfect F1 = 1.00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3892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21208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BRCA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4752" y="513892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4752" y="521208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DLBC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3744" y="513892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3744" y="521208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MESO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2736" y="513892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521208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PRAD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1728" y="513892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521208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TGCT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8756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UVM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4752" y="568756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4752" y="57607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LAML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23744" y="568756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23744" y="57607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PCPG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2736" y="568756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2736" y="57607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BLCA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1728" y="5687568"/>
            <a:ext cx="9601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57607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THCA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188720"/>
            <a:ext cx="5669280" cy="5394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1298448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Key Insights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737360"/>
            <a:ext cx="539496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>TF-IDF uses word frequency — it misses semantic meaning between similar cancer types.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>UCS and READ fail because their reports use nearly identical words to a neighboring cancer type.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>BERT understands full sentence context — expected to fix these hard cases.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>RAG retrieves the most similar real cases — if those cases are correct, the LLM prediction improves.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E293B"/>
                </a:solidFill>
              </a:rPr>
              <a:t>This per-class analysis scientifically justifies why we go beyond TF-IDF to BERT and RAG.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5-Method Comparison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Scientific framework to justify the MEDREx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1704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1704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1704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1704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1430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72768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28216"/>
            <a:ext cx="411480" cy="475488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73936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682496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TF-IDF + 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013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Traditional 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755648"/>
            <a:ext cx="15544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79222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73936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16A34A"/>
                </a:solidFill>
              </a:rPr>
              <a:t>96.36%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8013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Fast, explainable, no GPU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32888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88336"/>
            <a:ext cx="411480" cy="475488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734056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642616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TF-IDF + SVM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76148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Traditional 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715768"/>
            <a:ext cx="15544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275234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734056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475569"/>
                </a:solidFill>
              </a:rPr>
              <a:t>TBD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7614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Often outperforms LR on 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93008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648456"/>
            <a:ext cx="411480" cy="475488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694176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602736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BERT (Bio_ClinicalBERT)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721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Transformer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3675888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371246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PLANNED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694176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475569"/>
                </a:solidFill>
              </a:rPr>
              <a:t>TBD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72160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Understands medical 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453128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608576"/>
            <a:ext cx="411480" cy="475488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654296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562856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Embedding Similarity (k-NN)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46817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Semantic Search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4636008"/>
            <a:ext cx="15544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467258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654296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475569"/>
                </a:solidFill>
              </a:rPr>
              <a:t>TBD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468172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ChromaDB fully built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413248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568696"/>
            <a:ext cx="411480" cy="475488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614416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522976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RAG + LLM  (MEDREx Core)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56418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LLM + Retrieval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5596128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5160" y="563270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PLANNED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614416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475569"/>
                </a:solidFill>
              </a:rPr>
              <a:t>TBD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564184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Full MEDREx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Upcoming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What's next after today's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393192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</a:rPr>
              <a:t>Phase 2 — TF-IDF + SVM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3474720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Add LinearSVC as second method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Compare directly vs LR on same test set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Expected accuracy: 94–97%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No GPU needed — runs fast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188720"/>
            <a:ext cx="3657600" cy="393192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29844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Phase 3 — BERT Fine-tuning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55648"/>
            <a:ext cx="347472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874519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Use Bio_ClinicalBERT or ClinicalBigBird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Fine-tune for 35-class cancer classification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Needs GPU (Google Colab / local)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Expected to fix UCS, READ hard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188720"/>
            <a:ext cx="3657600" cy="39319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29844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Phase 4 — Embedding Similarity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75564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874519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ChromaDB is 100% built and ready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Run k-NN classification experiment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Majority vote from top-5 similar cases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E293B"/>
                </a:solidFill>
              </a:rPr>
              <a:t>• Compare accuracy vs 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03520"/>
            <a:ext cx="11430000" cy="13258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Phase 5 — RAG + LLM  (MEDREx 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338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Retrieve top-k similar cases from ChromaDB  -&gt;  Pass as context to local LLM (LLaMA / BioMedLM)  -&gt;  Generate evidence-grounded answer  -&gt;  Full MEDREx system 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What has been built, what results achieved, what is coming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43891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FastAPI backend + Streamlit demo UI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TF-IDF + LR: 96.36% accuracy (beats Cedars-Sinai 95.31%)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ChromaDB: all 9,523 reports fully embedded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Per-class F1 analysis across all 35 cancer types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5-method evaluation framework defined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Live Prediction tab with similar cases from ChromaDB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94960" cy="438912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98448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Upcoming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TF-IDF + SVM  (Method 2)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BERT fine-tuning — Bio_ClinicalBERT  (Method 3)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Embedding Similarity experiment  (Method 4)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RAG + LLM full pipeline  (Method 5)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Clinical analysis — survival, error analysis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E293B"/>
                </a:solidFill>
              </a:rPr>
              <a:t>  Masters thesis write-up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704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1E3A5F"/>
                </a:solidFill>
              </a:rPr>
              <a:t>"MEDREx demonstrates that combining classical NLP with semantic search and LLM reasoning produces a HIPAA-safe, explainable, and accurate clinical decision support system."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