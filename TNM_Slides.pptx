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Two Core Tasks — What MEDREx is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Both tasks use the same pathology report text as input — but answer different clinical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39496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TASK 1 — Cancer Type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530352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7451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Which of the 35 cancer types does this report belong 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Input: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04288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Pathology report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334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Output: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3347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Cancer type code  e.g. BRCA, LUAD, 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6265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Labels: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62656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tcga_patient_to_cancer_type.csv  (11,159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Classes: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91840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35 cancer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512064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673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STATUS — 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7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6A34A"/>
                </a:solidFill>
              </a:rPr>
              <a:t>Method 1 — TF-IDF + LR:  96.36%  DONE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A580C"/>
                </a:solidFill>
              </a:rPr>
              <a:t>Method 2 — TF-IDF + SVM:  TBD  (Next)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75569"/>
                </a:solidFill>
              </a:rPr>
              <a:t>Method 3 — BERT:  Planned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E3A5F"/>
                </a:solidFill>
              </a:rPr>
              <a:t>Method 4 — Embedding Similarity:  ChromaDB Ready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75569"/>
                </a:solidFill>
              </a:rPr>
              <a:t>Method 5 — RAG + LLM:  Planned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66360"/>
            <a:ext cx="5120640" cy="457200"/>
          </a:xfrm>
          <a:prstGeom prst="rect">
            <a:avLst/>
          </a:prstGeom>
          <a:solidFill>
            <a:srgbClr val="E0E7F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303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Cedars-Sinai reference: BoW + LR = 95.31%  (32 classes)  |  MEDREx beats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5486400" cy="539496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2984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TASK 2 — TNM Stage Classification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55648"/>
            <a:ext cx="530352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Question: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87451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What is the T, N, M severity stage from this report?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042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Input: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304288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Same pathology report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6334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Output: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63347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 separate labels: T stage + N stage + M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96265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Labels: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962656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 CSV files in TNM_Stage/ folder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2918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</a:rPr>
              <a:t>Classes: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291840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T: T1-T4  |  N: N0-N3  |  M: M0, M1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703320"/>
            <a:ext cx="5120640" cy="13716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673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STATUS — NOT STARTED YET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33087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75569"/>
                </a:solidFill>
              </a:rPr>
              <a:t>T-stage model:  Not built  (6,966 labeled rows)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75569"/>
                </a:solidFill>
              </a:rPr>
              <a:t>N-stage model:  Not built  (5,678 labeled rows)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75569"/>
                </a:solidFill>
              </a:rPr>
              <a:t>M-stage model:  Not built  (4,608 labeled rows)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75569"/>
                </a:solidFill>
              </a:rPr>
              <a:t>Will follow same 5-method comparison as Task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5166360"/>
            <a:ext cx="5120640" cy="457200"/>
          </a:xfrm>
          <a:prstGeom prst="rect">
            <a:avLst/>
          </a:prstGeom>
          <a:solidFill>
            <a:srgbClr val="E0E7F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2303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Cedars reference: BERT=79.6% (T)  |  LLaMA zero-shot: T=54%, N=84%, M=91%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TNM Staging?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A standard system used by pathologists worldwide to measure how serious a cancer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347472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T — Tumor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</a:rPr>
              <a:t>How big is the primary tumor?
How deep has it grown?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3832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95728"/>
            <a:ext cx="411480" cy="43891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Small tumor, still contained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44368"/>
            <a:ext cx="411480" cy="43891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Larger, growing into nearby tissue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93008"/>
            <a:ext cx="411480" cy="43891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Large, grown into surrounding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1480" cy="43891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Very large, invaded nearby organs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188720"/>
            <a:ext cx="3566160" cy="347472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2801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N — Lymph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719072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</a:rPr>
              <a:t>Has cancer spread to nearby
lymph nodes?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286000"/>
            <a:ext cx="338328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395728"/>
            <a:ext cx="411480" cy="4389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468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N0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48716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No lymph nodes affected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944368"/>
            <a:ext cx="411480" cy="4389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0175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N1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0358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Cancer in 1-3 nearby nodes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3493008"/>
            <a:ext cx="411480" cy="4389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566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N2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5844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Cancer in 4-9 nearby nodes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041648"/>
            <a:ext cx="411480" cy="4389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1148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N3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1330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Cancer in many lymph nodes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188720"/>
            <a:ext cx="3566160" cy="3474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2801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</a:rPr>
              <a:t>M — Metastasis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1719072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</a:rPr>
              <a:t>Has cancer spread to distant
organs (lungs, liver, bones)?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2286000"/>
            <a:ext cx="3383280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60" y="2395728"/>
            <a:ext cx="411480" cy="4389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2468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</a:rPr>
              <a:t>M0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248716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No spread to distant organs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2944368"/>
            <a:ext cx="411480" cy="4389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30175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</a:rPr>
              <a:t>M1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0358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Has spread to distant organs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1330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DC2626"/>
                </a:solidFill>
              </a:rPr>
              <a:t>M1 = most serious stage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846320"/>
            <a:ext cx="11430000" cy="7772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Real Example: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937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BRCA patient — T2  N1  M0   means: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285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Medium tumor (T2)  +  some lymph nodes affected (N1)  +  NOT spread elsewhere (M0)  =  Stage 2 Breast Cancer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779008"/>
            <a:ext cx="114300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8521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How TNM labels were created: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852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Real pathologists read each report and manually assigned T, N, M values. These are stored in the TNM_Stage CSV files. Our model's job: read the same text and predict what the pathologist would write —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